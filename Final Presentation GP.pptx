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75"/>
  </p:normalViewPr>
  <p:slideViewPr>
    <p:cSldViewPr snapToGrid="0" snapToObjects="1">
      <p:cViewPr varScale="1">
        <p:scale>
          <a:sx n="148" d="100"/>
          <a:sy n="148" d="100"/>
        </p:scale>
        <p:origin x="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7955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333333"/>
                </a:solidFill>
                <a:latin typeface="Playfair Display"/>
              </a:rPr>
              <a:t>Shadow Heist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555555"/>
                </a:solidFill>
                <a:latin typeface="Playfair Display"/>
              </a:rPr>
              <a:t>“Hide. Steal. Escape.”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1635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DM Sans"/>
              </a:rPr>
              <a:t>Sabir Nour Abderrahmane  •  Pannu, Pamjot Singh  •  Le, Ngoc Thanh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91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01</a:t>
            </a:r>
          </a:p>
        </p:txBody>
      </p:sp>
      <p:pic>
        <p:nvPicPr>
          <p:cNvPr id="16" name="Google Shape;177;p30">
            <a:extLst>
              <a:ext uri="{FF2B5EF4-FFF2-40B4-BE49-F238E27FC236}">
                <a16:creationId xmlns:a16="http://schemas.microsoft.com/office/drawing/2014/main" id="{02EDB3A1-6D75-7AE3-5215-B22C9E4FBA0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22053" y="751901"/>
            <a:ext cx="2345875" cy="23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 dirty="0">
                <a:solidFill>
                  <a:srgbClr val="333333"/>
                </a:solidFill>
                <a:latin typeface="Playfair Display"/>
              </a:rPr>
              <a:t>Game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Play as a thief breaking into a rich man’s mansion.</a:t>
            </a:r>
          </a:p>
          <a:p>
            <a:pPr>
              <a:spcAft>
                <a:spcPts val="200"/>
              </a:spcAft>
            </a:pPr>
            <a:endParaRPr sz="1600" dirty="0">
              <a:solidFill>
                <a:srgbClr val="333333"/>
              </a:solidFill>
              <a:latin typeface="DM Sans"/>
            </a:endParaRP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Explore maze-like rooms, collect keys, and discover the safe code. Avoid guards while planning each move carefully.</a:t>
            </a:r>
          </a:p>
          <a:p>
            <a:pPr>
              <a:spcAft>
                <a:spcPts val="200"/>
              </a:spcAft>
            </a:pPr>
            <a:endParaRPr sz="1600" dirty="0">
              <a:solidFill>
                <a:srgbClr val="333333"/>
              </a:solidFill>
              <a:latin typeface="DM Sans"/>
            </a:endParaRP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Win by opening the safe without getting caught.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43749" y="1325880"/>
            <a:ext cx="2707059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 algn="ctr">
              <a:spcAft>
                <a:spcPts val="200"/>
              </a:spcAft>
            </a:pPr>
            <a:r>
              <a:rPr sz="1400" u="sng" dirty="0">
                <a:solidFill>
                  <a:srgbClr val="333333"/>
                </a:solidFill>
                <a:latin typeface="DM Sans"/>
              </a:rPr>
              <a:t>Genre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333333"/>
                </a:solidFill>
                <a:latin typeface="DM Sans"/>
              </a:rPr>
              <a:t>Stealth • Strategy • Puzzle</a:t>
            </a:r>
          </a:p>
          <a:p>
            <a:pPr>
              <a:spcAft>
                <a:spcPts val="200"/>
              </a:spcAft>
            </a:pPr>
            <a:endParaRPr sz="1400" dirty="0">
              <a:solidFill>
                <a:srgbClr val="333333"/>
              </a:solidFill>
              <a:latin typeface="DM Sans"/>
            </a:endParaRPr>
          </a:p>
          <a:p>
            <a:pPr algn="ctr">
              <a:spcAft>
                <a:spcPts val="200"/>
              </a:spcAft>
            </a:pPr>
            <a:r>
              <a:rPr sz="1400" u="sng" dirty="0">
                <a:solidFill>
                  <a:srgbClr val="333333"/>
                </a:solidFill>
                <a:latin typeface="DM Sans"/>
              </a:rPr>
              <a:t>Target audience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333333"/>
                </a:solidFill>
                <a:latin typeface="DM Sans"/>
              </a:rPr>
              <a:t>Everyone</a:t>
            </a:r>
          </a:p>
          <a:p>
            <a:pPr>
              <a:spcAft>
                <a:spcPts val="200"/>
              </a:spcAft>
            </a:pPr>
            <a:endParaRPr sz="1400" dirty="0">
              <a:solidFill>
                <a:srgbClr val="333333"/>
              </a:solidFill>
              <a:latin typeface="DM Sans"/>
            </a:endParaRPr>
          </a:p>
          <a:p>
            <a:pPr algn="ctr">
              <a:spcAft>
                <a:spcPts val="200"/>
              </a:spcAft>
            </a:pPr>
            <a:r>
              <a:rPr sz="1400" u="sng" dirty="0">
                <a:solidFill>
                  <a:srgbClr val="333333"/>
                </a:solidFill>
                <a:latin typeface="DM Sans"/>
              </a:rPr>
              <a:t>Main objective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333333"/>
                </a:solidFill>
                <a:latin typeface="DM Sans"/>
              </a:rPr>
              <a:t>Steal the safe and escape.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DM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>
                <a:solidFill>
                  <a:srgbClr val="333333"/>
                </a:solidFill>
                <a:latin typeface="Playfair Display"/>
              </a:rPr>
              <a:t>Core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DM Sans"/>
              </a:rPr>
              <a:t>The game meets the requirement for at least two core mechanics.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2514600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DM Sans"/>
              </a:rPr>
              <a:t>Player Stealth Movement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Move with WASD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Hold Shift to run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Navigate around 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81328"/>
            <a:ext cx="2514600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DM Sans"/>
              </a:rPr>
              <a:t>Key + Safe Puzzle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Collect keys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Find or unlock the safe code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Advance to the next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81328"/>
            <a:ext cx="2331720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DM Sans"/>
              </a:rPr>
              <a:t>Guard Obstacle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Fixed patrol routes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Forces timing and planning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Avoid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2965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DM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>
                <a:solidFill>
                  <a:srgbClr val="333333"/>
                </a:solidFill>
                <a:latin typeface="Playfair Display"/>
              </a:rPr>
              <a:t>Game World &amp; Levels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6299" y="2182368"/>
            <a:ext cx="3611880" cy="1077468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 algn="ctr"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Setting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A rich man’s mansion designed as a maze filled with guards, locked paths, keys, and clues.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04316"/>
            <a:ext cx="3749039" cy="1077468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 algn="ctr"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Level goal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Reach the key, locate the safe, and avoid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3360420"/>
            <a:ext cx="3749039" cy="1077468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 algn="ctr"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Progression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DM Sans"/>
              </a:rPr>
              <a:t>Each level can add more guards, tighter paths, and more difficult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1019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04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7C68ED-837A-6FA5-17C7-0D299725C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61" y="1391194"/>
            <a:ext cx="4295005" cy="267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>
                <a:solidFill>
                  <a:srgbClr val="333333"/>
                </a:solidFill>
                <a:latin typeface="Playfair Display"/>
              </a:rPr>
              <a:t>Controls &amp; User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4290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800" b="1" dirty="0">
                <a:solidFill>
                  <a:srgbClr val="333333"/>
                </a:solidFill>
                <a:latin typeface="DM Sans"/>
              </a:rPr>
              <a:t>Controls</a:t>
            </a:r>
          </a:p>
          <a:p>
            <a:pPr>
              <a:defRPr sz="1600">
                <a:solidFill>
                  <a:srgbClr val="333333"/>
                </a:solidFill>
                <a:latin typeface="DM Sans"/>
              </a:defRPr>
            </a:pPr>
            <a:r>
              <a:rPr dirty="0"/>
              <a:t>• W — move up</a:t>
            </a:r>
          </a:p>
          <a:p>
            <a:pPr>
              <a:defRPr sz="1600">
                <a:solidFill>
                  <a:srgbClr val="333333"/>
                </a:solidFill>
                <a:latin typeface="DM Sans"/>
              </a:defRPr>
            </a:pPr>
            <a:r>
              <a:rPr dirty="0"/>
              <a:t>• A — move left</a:t>
            </a:r>
          </a:p>
          <a:p>
            <a:pPr>
              <a:defRPr sz="1600">
                <a:solidFill>
                  <a:srgbClr val="333333"/>
                </a:solidFill>
                <a:latin typeface="DM Sans"/>
              </a:defRPr>
            </a:pPr>
            <a:r>
              <a:rPr dirty="0"/>
              <a:t>• S — move down</a:t>
            </a:r>
          </a:p>
          <a:p>
            <a:pPr>
              <a:defRPr sz="1600">
                <a:solidFill>
                  <a:srgbClr val="333333"/>
                </a:solidFill>
                <a:latin typeface="DM Sans"/>
              </a:defRPr>
            </a:pPr>
            <a:r>
              <a:rPr dirty="0"/>
              <a:t>• D — move right</a:t>
            </a:r>
          </a:p>
          <a:p>
            <a:pPr>
              <a:defRPr sz="1600">
                <a:solidFill>
                  <a:srgbClr val="333333"/>
                </a:solidFill>
                <a:latin typeface="DM Sans"/>
              </a:defRPr>
            </a:pPr>
            <a:r>
              <a:rPr dirty="0"/>
              <a:t>• Shift + WASD —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97763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DM Sans"/>
              </a:rPr>
              <a:t>User Interface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Start menu: Play, Credits, Tutorial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Tutorial explains movement and objective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Credits screen shows team and media sources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In-game UI should show key/safe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DM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 dirty="0">
                <a:solidFill>
                  <a:srgbClr val="333333"/>
                </a:solidFill>
                <a:latin typeface="Playfair Display"/>
              </a:rPr>
              <a:t>Main Greenfoot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76809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 algn="ctr">
              <a:spcAft>
                <a:spcPts val="200"/>
              </a:spcAft>
            </a:pPr>
            <a:r>
              <a:rPr lang="en-CA" sz="1000" dirty="0">
                <a:solidFill>
                  <a:srgbClr val="333333"/>
                </a:solidFill>
                <a:latin typeface="DM Sans"/>
              </a:rPr>
              <a:t>The </a:t>
            </a:r>
            <a:r>
              <a:rPr sz="1000" dirty="0">
                <a:solidFill>
                  <a:srgbClr val="333333"/>
                </a:solidFill>
                <a:latin typeface="DM Sans"/>
              </a:rPr>
              <a:t>Player code handles movement, running, collisions, keys, and the safe. The Guard code controls patrols.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06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68777AE-FDB4-9F57-3E7C-5720B9419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9" y="1334167"/>
            <a:ext cx="2781983" cy="213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A9578E8-446B-98E9-F104-B348D0639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588" y="1380744"/>
            <a:ext cx="2687059" cy="209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835790-4729-2241-0AEE-954928FF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412" y="1257635"/>
            <a:ext cx="2687059" cy="2258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>
                <a:solidFill>
                  <a:srgbClr val="333333"/>
                </a:solidFill>
                <a:latin typeface="Playfair Display"/>
              </a:rPr>
              <a:t>Team Member Contributions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700" b="1">
                <a:solidFill>
                  <a:srgbClr val="333333"/>
                </a:solidFill>
                <a:latin typeface="DM Sans"/>
              </a:rPr>
              <a:t>Nour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t>• Actor movement code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t>• Next-level system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t>• Interactive buttons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700" b="1">
                <a:solidFill>
                  <a:srgbClr val="333333"/>
                </a:solidFill>
                <a:latin typeface="DM Sans"/>
              </a:rPr>
              <a:t>Nicolas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t>• Menu screen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t>• Wall collision system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t>• Game screen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1325880"/>
            <a:ext cx="25146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700" b="1" dirty="0">
                <a:solidFill>
                  <a:srgbClr val="333333"/>
                </a:solidFill>
                <a:latin typeface="DM Sans"/>
              </a:rPr>
              <a:t>Pam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rPr dirty="0"/>
              <a:t>• Majority of pixel art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rPr dirty="0"/>
              <a:t>• Playable</a:t>
            </a:r>
            <a:r>
              <a:rPr lang="en-CA" dirty="0"/>
              <a:t> </a:t>
            </a:r>
            <a:r>
              <a:rPr dirty="0"/>
              <a:t>character movement support</a:t>
            </a:r>
          </a:p>
          <a:p>
            <a:pPr>
              <a:defRPr sz="1500">
                <a:solidFill>
                  <a:srgbClr val="333333"/>
                </a:solidFill>
                <a:latin typeface="DM Sans"/>
              </a:defRPr>
            </a:pPr>
            <a:r>
              <a:rPr dirty="0"/>
              <a:t>• Visual style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dirty="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 dirty="0">
                <a:solidFill>
                  <a:srgbClr val="333333"/>
                </a:solidFill>
                <a:latin typeface="Playfair Display"/>
              </a:rPr>
              <a:t>Challenges </a:t>
            </a:r>
            <a:r>
              <a:rPr lang="en-CA" sz="3100" b="1" dirty="0">
                <a:solidFill>
                  <a:srgbClr val="333333"/>
                </a:solidFill>
                <a:latin typeface="Playfair Display"/>
              </a:rPr>
              <a:t>&amp;</a:t>
            </a:r>
            <a:r>
              <a:rPr sz="3100" b="1" dirty="0">
                <a:solidFill>
                  <a:srgbClr val="333333"/>
                </a:solidFill>
                <a:latin typeface="Playfair Display"/>
              </a:rPr>
              <a:t> Learnings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749039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DM Sans"/>
              </a:rPr>
              <a:t>Challenges Faced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Bugs froze the game while testing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Time management made it hard to finish every feature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Communication was not always clear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Some mechanics were simplified to meet the deadline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34440"/>
            <a:ext cx="3703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500" b="1">
                <a:solidFill>
                  <a:srgbClr val="333333"/>
                </a:solidFill>
                <a:latin typeface="DM Sans"/>
              </a:rPr>
              <a:t>What We Learned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Test code in small parts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Communicating as a group improves work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Keep backup versions before major changes</a:t>
            </a:r>
          </a:p>
          <a:p>
            <a:pPr>
              <a:defRPr sz="1300">
                <a:solidFill>
                  <a:srgbClr val="333333"/>
                </a:solidFill>
                <a:latin typeface="DM Sans"/>
              </a:defRPr>
            </a:pPr>
            <a:r>
              <a:t>• Simple mechanics can still be fun when feedback is clear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M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>
                <a:solidFill>
                  <a:srgbClr val="333333"/>
                </a:solidFill>
                <a:latin typeface="Playfair Display"/>
              </a:rPr>
              <a:t>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768096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rtlCol="0" anchor="ctr"/>
          <a:lstStyle/>
          <a:p>
            <a:pPr algn="ctr"/>
            <a:r>
              <a:rPr sz="1600" b="1">
                <a:solidFill>
                  <a:srgbClr val="333333"/>
                </a:solidFill>
                <a:latin typeface="DM Sans"/>
              </a:rPr>
              <a:t>Possible improvements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Add more levels with different and harder maze layouts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Improve animations for walking, running, and getting caught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Add a save system so players can continue from their progress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Create more enemy types, such as lasers or cameras</a:t>
            </a:r>
          </a:p>
          <a:p>
            <a:pPr>
              <a:defRPr sz="1400">
                <a:solidFill>
                  <a:srgbClr val="333333"/>
                </a:solidFill>
                <a:latin typeface="DM Sans"/>
              </a:defRPr>
            </a:pPr>
            <a:r>
              <a:t>• Improve difficulty progression, sound effects, background music, and enemy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47091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DM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8156448" y="4626864"/>
            <a:ext cx="384048" cy="384048"/>
          </a:xfrm>
          <a:prstGeom prst="ellipse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2608" y="292608"/>
            <a:ext cx="845820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4590288"/>
            <a:ext cx="7909560" cy="18288"/>
          </a:xfrm>
          <a:prstGeom prst="rect">
            <a:avLst/>
          </a:prstGeom>
          <a:solidFill>
            <a:srgbClr val="E8E2DC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502920"/>
            <a:ext cx="7955279" cy="6858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3100" b="1">
                <a:solidFill>
                  <a:srgbClr val="333333"/>
                </a:solidFill>
                <a:latin typeface="Playfair Display"/>
              </a:rPr>
              <a:t>References &amp; Credits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8168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18872" rIns="164592" bIns="91440" rtlCol="0" anchor="ctr"/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3333"/>
                </a:solidFill>
                <a:latin typeface="DM Sans"/>
              </a:rPr>
              <a:t>Original pixel art: Pam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3333"/>
                </a:solidFill>
                <a:latin typeface="DM Sans"/>
              </a:rPr>
              <a:t>Greenfoot code: team implementation by Nour, Nicolas, and Pam</a:t>
            </a:r>
          </a:p>
          <a:p>
            <a:pPr>
              <a:spcAft>
                <a:spcPts val="200"/>
              </a:spcAft>
            </a:pPr>
            <a:r>
              <a:rPr sz="1400" u="sng" dirty="0">
                <a:solidFill>
                  <a:srgbClr val="333333"/>
                </a:solidFill>
                <a:latin typeface="DM Sans"/>
              </a:rPr>
              <a:t>External media/font</a:t>
            </a:r>
            <a:endParaRPr lang="en-CA" sz="1400" u="sng" dirty="0">
              <a:solidFill>
                <a:srgbClr val="333333"/>
              </a:solidFill>
              <a:latin typeface="DM Sans"/>
            </a:endParaRP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333333"/>
                </a:solidFill>
                <a:latin typeface="DM Sans"/>
              </a:rPr>
              <a:t>Fontspace Calligraphy font</a:t>
            </a:r>
            <a:r>
              <a:rPr lang="en-CA" sz="1400" dirty="0">
                <a:solidFill>
                  <a:srgbClr val="333333"/>
                </a:solidFill>
                <a:latin typeface="DM Sans"/>
              </a:rPr>
              <a:t>: </a:t>
            </a:r>
            <a:r>
              <a:rPr sz="1400" dirty="0">
                <a:solidFill>
                  <a:srgbClr val="333333"/>
                </a:solidFill>
                <a:latin typeface="DM Sans"/>
              </a:rPr>
              <a:t> https://</a:t>
            </a:r>
            <a:r>
              <a:rPr sz="1400" dirty="0" err="1">
                <a:solidFill>
                  <a:srgbClr val="333333"/>
                </a:solidFill>
                <a:latin typeface="DM Sans"/>
              </a:rPr>
              <a:t>www.fontspace.com</a:t>
            </a:r>
            <a:r>
              <a:rPr sz="1400" dirty="0">
                <a:solidFill>
                  <a:srgbClr val="333333"/>
                </a:solidFill>
                <a:latin typeface="DM Sans"/>
              </a:rPr>
              <a:t>/calligraphy-font-f29723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333333"/>
                </a:solidFill>
                <a:latin typeface="DM Sans"/>
              </a:rPr>
              <a:t>Presentation template/design: Slidesgo, with icons by Flaticon and images/resources by Freepik</a:t>
            </a:r>
            <a:endParaRPr lang="en-CA" sz="1400" dirty="0">
              <a:solidFill>
                <a:srgbClr val="333333"/>
              </a:solidFill>
              <a:latin typeface="DM Sans"/>
            </a:endParaRPr>
          </a:p>
          <a:p>
            <a:pPr>
              <a:spcAft>
                <a:spcPts val="200"/>
              </a:spcAft>
            </a:pPr>
            <a:r>
              <a:rPr lang="en-CA" sz="1400" dirty="0">
                <a:solidFill>
                  <a:srgbClr val="333333"/>
                </a:solidFill>
                <a:latin typeface="DM Sans"/>
              </a:rPr>
              <a:t>Game Soundtrack: https://</a:t>
            </a:r>
            <a:r>
              <a:rPr lang="en-CA" sz="1400" dirty="0" err="1">
                <a:solidFill>
                  <a:srgbClr val="333333"/>
                </a:solidFill>
                <a:latin typeface="DM Sans"/>
              </a:rPr>
              <a:t>youtu.be</a:t>
            </a:r>
            <a:r>
              <a:rPr lang="en-CA" sz="1400" dirty="0">
                <a:solidFill>
                  <a:srgbClr val="333333"/>
                </a:solidFill>
                <a:latin typeface="DM Sans"/>
              </a:rPr>
              <a:t>/9sprJQeh6Ik?list=PLyuakwzSUr6D7h_jiWkOI1KCDctEp1iA6 </a:t>
            </a:r>
          </a:p>
          <a:p>
            <a:pPr>
              <a:spcAft>
                <a:spcPts val="200"/>
              </a:spcAft>
            </a:pPr>
            <a:r>
              <a:rPr lang="en-CA" sz="1400" dirty="0">
                <a:solidFill>
                  <a:srgbClr val="333333"/>
                </a:solidFill>
                <a:latin typeface="DM Sans"/>
              </a:rPr>
              <a:t>Win sound effect: https://</a:t>
            </a:r>
            <a:r>
              <a:rPr lang="en-CA" sz="1400" dirty="0" err="1">
                <a:solidFill>
                  <a:srgbClr val="333333"/>
                </a:solidFill>
                <a:latin typeface="DM Sans"/>
              </a:rPr>
              <a:t>youtu.be</a:t>
            </a:r>
            <a:r>
              <a:rPr lang="en-CA" sz="1400" dirty="0">
                <a:solidFill>
                  <a:srgbClr val="333333"/>
                </a:solidFill>
                <a:latin typeface="DM Sans"/>
              </a:rPr>
              <a:t>/rr5CMS2GtCY </a:t>
            </a:r>
          </a:p>
          <a:p>
            <a:pPr>
              <a:spcAft>
                <a:spcPts val="200"/>
              </a:spcAft>
            </a:pPr>
            <a:r>
              <a:rPr lang="en-CA" sz="1400" dirty="0">
                <a:solidFill>
                  <a:srgbClr val="333333"/>
                </a:solidFill>
                <a:latin typeface="DM Sans"/>
              </a:rPr>
              <a:t>House thief's Illustration: https://</a:t>
            </a:r>
            <a:r>
              <a:rPr lang="en-CA" sz="1400" dirty="0" err="1">
                <a:solidFill>
                  <a:srgbClr val="333333"/>
                </a:solidFill>
                <a:latin typeface="DM Sans"/>
              </a:rPr>
              <a:t>freerangestock.com</a:t>
            </a:r>
            <a:r>
              <a:rPr lang="en-CA" sz="1400" dirty="0">
                <a:solidFill>
                  <a:srgbClr val="333333"/>
                </a:solidFill>
                <a:latin typeface="DM Sans"/>
              </a:rPr>
              <a:t>/photos/120449/house-thief-s-.html</a:t>
            </a:r>
          </a:p>
          <a:p>
            <a:pPr>
              <a:spcAft>
                <a:spcPts val="200"/>
              </a:spcAft>
            </a:pPr>
            <a:r>
              <a:rPr lang="en-CA" sz="1400" dirty="0">
                <a:solidFill>
                  <a:srgbClr val="333333"/>
                </a:solidFill>
                <a:latin typeface="DM Sans"/>
              </a:rPr>
              <a:t>Winning Music: https://</a:t>
            </a:r>
            <a:r>
              <a:rPr lang="en-CA" sz="1400" dirty="0" err="1">
                <a:solidFill>
                  <a:srgbClr val="333333"/>
                </a:solidFill>
                <a:latin typeface="DM Sans"/>
              </a:rPr>
              <a:t>www.youtube.com</a:t>
            </a:r>
            <a:r>
              <a:rPr lang="en-CA" sz="1400" dirty="0">
                <a:solidFill>
                  <a:srgbClr val="333333"/>
                </a:solidFill>
                <a:latin typeface="DM Sans"/>
              </a:rPr>
              <a:t>/</a:t>
            </a:r>
            <a:r>
              <a:rPr lang="en-CA" sz="1400" dirty="0" err="1">
                <a:solidFill>
                  <a:srgbClr val="333333"/>
                </a:solidFill>
                <a:latin typeface="DM Sans"/>
              </a:rPr>
              <a:t>watch?v</a:t>
            </a:r>
            <a:r>
              <a:rPr lang="en-CA" sz="1400" dirty="0">
                <a:solidFill>
                  <a:srgbClr val="333333"/>
                </a:solidFill>
                <a:latin typeface="DM Sans"/>
              </a:rPr>
              <a:t>=</a:t>
            </a:r>
            <a:r>
              <a:rPr lang="en-CA" sz="1400" dirty="0" err="1">
                <a:solidFill>
                  <a:srgbClr val="333333"/>
                </a:solidFill>
                <a:latin typeface="DM Sans"/>
              </a:rPr>
              <a:t>Ufsk_uKLFwo</a:t>
            </a:r>
            <a:endParaRPr sz="1400" dirty="0">
              <a:solidFill>
                <a:srgbClr val="333333"/>
              </a:solidFill>
              <a:latin typeface="DM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468172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555555"/>
                </a:solidFill>
                <a:latin typeface="DM Sans"/>
              </a:rPr>
              <a:t>Shadow Heist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68172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55555"/>
                </a:solidFill>
                <a:latin typeface="DM Sans"/>
              </a:rPr>
              <a:t>Game Programming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4718304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644</Words>
  <Application>Microsoft Macintosh PowerPoint</Application>
  <PresentationFormat>On-screen Show (16:9)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DM Sans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Ngoc Thanh Le</cp:lastModifiedBy>
  <cp:revision>6</cp:revision>
  <dcterms:created xsi:type="dcterms:W3CDTF">2013-01-27T09:14:16Z</dcterms:created>
  <dcterms:modified xsi:type="dcterms:W3CDTF">2026-05-08T23:04:38Z</dcterms:modified>
  <cp:category/>
</cp:coreProperties>
</file>